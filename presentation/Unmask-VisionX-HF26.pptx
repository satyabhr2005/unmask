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0.svg" ContentType="image/svg+xml"/>
  <Override PartName="/ppt/media/image2.svg" ContentType="image/svg+xml"/>
  <Override PartName="/ppt/media/image8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65" r:id="rId18"/>
    <p:sldId id="259" r:id="rId9"/>
    <p:sldId id="260" r:id="rId10"/>
    <p:sldId id="261" r:id="rId11"/>
    <p:sldId id="262" r:id="rId12"/>
    <p:sldId id="263" r:id="rId13"/>
    <p:sldId id="264" r:id="rId14"/>
  </p:sldIdLst>
  <p:sldSz cx="18859500" cy="10287000"/>
  <p:notesSz cx="6858000" cy="9144000"/>
  <p:embeddedFontLst>
    <p:embeddedFont>
      <p:font typeface="Arial" charset="1" panose="020B0604020202020204"/>
      <p:regular r:id="rId15"/>
    </p:embeddedFont>
    <p:embeddedFont>
      <p:font typeface="Agrandir" charset="1" panose="00000500000000000000"/>
      <p:regular r:id="rId16"/>
    </p:embeddedFont>
    <p:embeddedFont>
      <p:font typeface="Arial Bold" charset="1" panose="020B0704020202020204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font" Target="fonts/font15.fntdata"/><Relationship Id="rId16" Type="http://schemas.openxmlformats.org/officeDocument/2006/relationships/font" Target="fonts/font16.fntdata"/><Relationship Id="rId17" Type="http://schemas.openxmlformats.org/officeDocument/2006/relationships/font" Target="fonts/font17.fntdata"/><Relationship Id="rId18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svg"/><Relationship Id="rId10" Type="http://schemas.openxmlformats.org/officeDocument/2006/relationships/image" Target="../media/image9.png"/><Relationship Id="rId11" Type="http://schemas.openxmlformats.org/officeDocument/2006/relationships/image" Target="../media/image10.sv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hyperlink" Target="https://unmask-five.vercel.app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8.png"/><Relationship Id="rId5" Type="http://schemas.openxmlformats.org/officeDocument/2006/relationships/hyperlink" Target="https://unmask-five.vercel.app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2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2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5.png"/><Relationship Id="rId5" Type="http://schemas.openxmlformats.org/officeDocument/2006/relationships/hyperlink" Target="https://unmask-five.vercel.app" TargetMode="Externa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042468" y="0"/>
            <a:ext cx="21475506" cy="10287000"/>
            <a:chOff x="0" y="0"/>
            <a:chExt cx="28634008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634007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8634007">
                  <a:moveTo>
                    <a:pt x="28634007" y="0"/>
                  </a:moveTo>
                  <a:lnTo>
                    <a:pt x="0" y="0"/>
                  </a:lnTo>
                  <a:lnTo>
                    <a:pt x="0" y="13716000"/>
                  </a:lnTo>
                  <a:lnTo>
                    <a:pt x="28634007" y="13716000"/>
                  </a:lnTo>
                  <a:lnTo>
                    <a:pt x="2863400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/>
          </p:txBody>
        </p:sp>
      </p:grpSp>
      <p:sp>
        <p:nvSpPr>
          <p:cNvPr name="Freeform 4" id="4"/>
          <p:cNvSpPr/>
          <p:nvPr/>
        </p:nvSpPr>
        <p:spPr>
          <a:xfrm flipH="false" flipV="false" rot="0">
            <a:off x="-12697" y="0"/>
            <a:ext cx="1308097" cy="2549528"/>
          </a:xfrm>
          <a:custGeom>
            <a:avLst/>
            <a:gdLst/>
            <a:ahLst/>
            <a:cxnLst/>
            <a:rect r="r" b="b" t="t" l="l"/>
            <a:pathLst>
              <a:path h="2549528" w="1308097">
                <a:moveTo>
                  <a:pt x="0" y="0"/>
                </a:moveTo>
                <a:lnTo>
                  <a:pt x="1308097" y="0"/>
                </a:lnTo>
                <a:lnTo>
                  <a:pt x="1308097" y="2549528"/>
                </a:lnTo>
                <a:lnTo>
                  <a:pt x="0" y="25495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grpSp>
        <p:nvGrpSpPr>
          <p:cNvPr name="Group 5" id="5"/>
          <p:cNvGrpSpPr/>
          <p:nvPr/>
        </p:nvGrpSpPr>
        <p:grpSpPr>
          <a:xfrm rot="0">
            <a:off x="9716900" y="523523"/>
            <a:ext cx="2243585" cy="1244575"/>
            <a:chOff x="0" y="0"/>
            <a:chExt cx="2991447" cy="165943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991485" cy="1659382"/>
            </a:xfrm>
            <a:custGeom>
              <a:avLst/>
              <a:gdLst/>
              <a:ahLst/>
              <a:cxnLst/>
              <a:rect r="r" b="b" t="t" l="l"/>
              <a:pathLst>
                <a:path h="1659382" w="2991485">
                  <a:moveTo>
                    <a:pt x="0" y="0"/>
                  </a:moveTo>
                  <a:lnTo>
                    <a:pt x="2991485" y="0"/>
                  </a:lnTo>
                  <a:lnTo>
                    <a:pt x="2991485" y="1659382"/>
                  </a:lnTo>
                  <a:lnTo>
                    <a:pt x="0" y="16593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418" t="0" r="-416" b="-3"/>
              </a:stretch>
            </a:blipFill>
          </p:spPr>
          <p:txBody>
            <a:bodyPr/>
            <a:p/>
          </p:txBody>
        </p:sp>
      </p:grpSp>
      <p:grpSp>
        <p:nvGrpSpPr>
          <p:cNvPr name="Group 7" id="7"/>
          <p:cNvGrpSpPr/>
          <p:nvPr/>
        </p:nvGrpSpPr>
        <p:grpSpPr>
          <a:xfrm rot="0">
            <a:off x="11791693" y="523523"/>
            <a:ext cx="4108961" cy="1244575"/>
            <a:chOff x="0" y="0"/>
            <a:chExt cx="5478615" cy="165943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478653" cy="1659382"/>
            </a:xfrm>
            <a:custGeom>
              <a:avLst/>
              <a:gdLst/>
              <a:ahLst/>
              <a:cxnLst/>
              <a:rect r="r" b="b" t="t" l="l"/>
              <a:pathLst>
                <a:path h="1659382" w="5478653">
                  <a:moveTo>
                    <a:pt x="0" y="0"/>
                  </a:moveTo>
                  <a:lnTo>
                    <a:pt x="5478653" y="0"/>
                  </a:lnTo>
                  <a:lnTo>
                    <a:pt x="5478653" y="1659382"/>
                  </a:lnTo>
                  <a:lnTo>
                    <a:pt x="0" y="16593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45" t="0" r="-144" b="-3"/>
              </a:stretch>
            </a:blipFill>
          </p:spPr>
          <p:txBody>
            <a:bodyPr/>
            <a:p/>
          </p:txBody>
        </p:sp>
      </p:grpSp>
      <p:grpSp>
        <p:nvGrpSpPr>
          <p:cNvPr name="Group 9" id="9"/>
          <p:cNvGrpSpPr/>
          <p:nvPr/>
        </p:nvGrpSpPr>
        <p:grpSpPr>
          <a:xfrm rot="0">
            <a:off x="16645890" y="620392"/>
            <a:ext cx="1184920" cy="1050798"/>
            <a:chOff x="0" y="0"/>
            <a:chExt cx="1579893" cy="140106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579880" cy="1401064"/>
            </a:xfrm>
            <a:custGeom>
              <a:avLst/>
              <a:gdLst/>
              <a:ahLst/>
              <a:cxnLst/>
              <a:rect r="r" b="b" t="t" l="l"/>
              <a:pathLst>
                <a:path h="1401064" w="1579880">
                  <a:moveTo>
                    <a:pt x="0" y="0"/>
                  </a:moveTo>
                  <a:lnTo>
                    <a:pt x="1579880" y="0"/>
                  </a:lnTo>
                  <a:lnTo>
                    <a:pt x="1579880" y="1401064"/>
                  </a:lnTo>
                  <a:lnTo>
                    <a:pt x="0" y="14010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19" r="0" b="-19"/>
              </a:stretch>
            </a:blipFill>
          </p:spPr>
          <p:txBody>
            <a:bodyPr/>
            <a:p/>
          </p:txBody>
        </p:sp>
      </p:grpSp>
      <p:sp>
        <p:nvSpPr>
          <p:cNvPr name="TextBox 11" id="11" descr="$PPTXTitle"/>
          <p:cNvSpPr txBox="true"/>
          <p:nvPr/>
        </p:nvSpPr>
        <p:spPr>
          <a:xfrm rot="0">
            <a:off x="2242941" y="6479029"/>
            <a:ext cx="14947919" cy="11906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9000"/>
              </a:lnSpc>
            </a:pPr>
            <a:r>
              <a:rPr sz="6400" b="0">
                <a:solidFill>
                  <a:srgbClr val="2CAE4A"/>
                </a:solidFill>
                <a:latin typeface="Arial"/>
              </a:rPr>
              <a:t>ADVANCED TRACK · TEAM VISIONX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5191489" y="7663877"/>
            <a:ext cx="3668011" cy="3188846"/>
            <a:chOff x="0" y="0"/>
            <a:chExt cx="4890681" cy="425179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890643" cy="4251833"/>
            </a:xfrm>
            <a:custGeom>
              <a:avLst/>
              <a:gdLst/>
              <a:ahLst/>
              <a:cxnLst/>
              <a:rect r="r" b="b" t="t" l="l"/>
              <a:pathLst>
                <a:path h="4251833" w="4890643">
                  <a:moveTo>
                    <a:pt x="0" y="0"/>
                  </a:moveTo>
                  <a:lnTo>
                    <a:pt x="4890643" y="0"/>
                  </a:lnTo>
                  <a:lnTo>
                    <a:pt x="4890643" y="4251833"/>
                  </a:lnTo>
                  <a:lnTo>
                    <a:pt x="0" y="42518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63" r="0" b="-62"/>
              </a:stretch>
            </a:blipFill>
          </p:spPr>
          <p:txBody>
            <a:bodyPr/>
            <a:p/>
          </p:txBody>
        </p:sp>
      </p:grpSp>
      <p:grpSp>
        <p:nvGrpSpPr>
          <p:cNvPr name="Group 14" id="14"/>
          <p:cNvGrpSpPr/>
          <p:nvPr/>
        </p:nvGrpSpPr>
        <p:grpSpPr>
          <a:xfrm rot="0">
            <a:off x="5269397" y="3481388"/>
            <a:ext cx="8295313" cy="3324225"/>
            <a:chOff x="0" y="0"/>
            <a:chExt cx="11060417" cy="44323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796823"/>
              <a:ext cx="859371" cy="2061629"/>
            </a:xfrm>
            <a:custGeom>
              <a:avLst/>
              <a:gdLst/>
              <a:ahLst/>
              <a:cxnLst/>
              <a:rect r="r" b="b" t="t" l="l"/>
              <a:pathLst>
                <a:path h="2061629" w="859371">
                  <a:moveTo>
                    <a:pt x="0" y="0"/>
                  </a:moveTo>
                  <a:lnTo>
                    <a:pt x="859371" y="0"/>
                  </a:lnTo>
                  <a:lnTo>
                    <a:pt x="859371" y="2061629"/>
                  </a:lnTo>
                  <a:lnTo>
                    <a:pt x="0" y="20616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  <p:txBody>
            <a:bodyPr/>
            <a:p/>
          </p:txBody>
        </p:sp>
        <p:sp>
          <p:nvSpPr>
            <p:cNvPr name="Freeform 16" id="16"/>
            <p:cNvSpPr/>
            <p:nvPr/>
          </p:nvSpPr>
          <p:spPr>
            <a:xfrm flipH="false" flipV="false" rot="0">
              <a:off x="10201046" y="795280"/>
              <a:ext cx="859371" cy="2061629"/>
            </a:xfrm>
            <a:custGeom>
              <a:avLst/>
              <a:gdLst/>
              <a:ahLst/>
              <a:cxnLst/>
              <a:rect r="r" b="b" t="t" l="l"/>
              <a:pathLst>
                <a:path h="2061629" w="859371">
                  <a:moveTo>
                    <a:pt x="0" y="0"/>
                  </a:moveTo>
                  <a:lnTo>
                    <a:pt x="859371" y="0"/>
                  </a:lnTo>
                  <a:lnTo>
                    <a:pt x="859371" y="2061629"/>
                  </a:lnTo>
                  <a:lnTo>
                    <a:pt x="0" y="20616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l="0" t="0" r="0" b="0"/>
              </a:stretch>
            </a:blipFill>
          </p:spPr>
          <p:txBody>
            <a:bodyPr/>
            <a:p/>
          </p:txBody>
        </p:sp>
        <p:sp>
          <p:nvSpPr>
            <p:cNvPr name="TextBox 17" id="17" descr="$PPTXTitle"/>
            <p:cNvSpPr txBox="true"/>
            <p:nvPr/>
          </p:nvSpPr>
          <p:spPr>
            <a:xfrm rot="0">
              <a:off x="1206301" y="-619125"/>
              <a:ext cx="8596353" cy="5051425"/>
            </a:xfrm>
            <a:prstGeom prst="rect">
              <a:avLst/>
            </a:prstGeom>
          </p:spPr>
          <p:txBody>
            <a:bodyPr anchor="t" rtlCol="false" tIns="0" lIns="0" bIns="0" rIns="0" wrap="none">
              <a:spAutoFit/>
            </a:bodyPr>
            <a:lstStyle/>
            <a:p>
              <a:pPr algn="ctr">
                <a:lnSpc>
                  <a:spcPts val="26176"/>
                </a:lnSpc>
              </a:pPr>
              <a:r>
                <a:rPr lang="en-US" sz="21813" spc="-1308">
                  <a:solidFill>
                    <a:srgbClr val="FFFFFF"/>
                  </a:solidFill>
                  <a:latin typeface="Agrandir"/>
                  <a:ea typeface="Agrandir"/>
                  <a:cs typeface="Agrandir"/>
                  <a:sym typeface="Agrandir"/>
                </a:rPr>
                <a:t>HF’26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859500" cy="10287000"/>
            <a:chOff x="0" y="0"/>
            <a:chExt cx="25146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5146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5146000">
                  <a:moveTo>
                    <a:pt x="0" y="0"/>
                  </a:moveTo>
                  <a:lnTo>
                    <a:pt x="25146000" y="0"/>
                  </a:lnTo>
                  <a:lnTo>
                    <a:pt x="25146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5578983" y="0"/>
            <a:ext cx="13280517" cy="10287000"/>
            <a:chOff x="0" y="0"/>
            <a:chExt cx="17707356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7707356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7707356">
                  <a:moveTo>
                    <a:pt x="0" y="0"/>
                  </a:moveTo>
                  <a:lnTo>
                    <a:pt x="17707356" y="0"/>
                  </a:lnTo>
                  <a:lnTo>
                    <a:pt x="17707356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25" t="0" r="-25" b="0"/>
              </a:stretch>
            </a:blipFill>
          </p:spPr>
        </p:sp>
      </p:grpSp>
      <p:pic>
        <p:nvPicPr>
          <p:cNvPr id="7" name="Picture 6" descr="l2_fi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8859500" cy="10287000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1028700" y="828675"/>
            <a:ext cx="17322800" cy="512127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l">
              <a:lnSpc>
                <a:spcPts val="10149"/>
              </a:lnSpc>
            </a:pPr>
            <a:r>
              <a:rPr sz="5700" b="1">
                <a:solidFill>
                  <a:srgbClr val="FFFFFF"/>
                </a:solidFill>
                <a:latin typeface="Arial Bold"/>
              </a:rPr>
              <a:t>PROBLEM STATEMENT: </a:t>
            </a:r>
            <a:r>
              <a:rPr sz="5700" b="1">
                <a:solidFill>
                  <a:srgbClr val="2CAE4A"/>
                </a:solidFill>
                <a:latin typeface="Arial Bold"/>
              </a:rPr>
              <a:t>GHOST ATTACKS</a:t>
            </a:r>
          </a:p>
          <a:p>
            <a:r>
              <a:rPr sz="5700" b="1">
                <a:solidFill>
                  <a:srgbClr val="FFFFFF"/>
                </a:solidFill>
                <a:latin typeface="Arial Bold"/>
              </a:rPr>
              <a:t>TEAM NAME: </a:t>
            </a:r>
            <a:r>
              <a:rPr sz="5700" b="1">
                <a:solidFill>
                  <a:srgbClr val="2CAE4A"/>
                </a:solidFill>
                <a:latin typeface="Arial Bold"/>
              </a:rPr>
              <a:t>VISIONX</a:t>
            </a:r>
          </a:p>
          <a:p>
            <a:r>
              <a:rPr sz="5700" b="1">
                <a:solidFill>
                  <a:srgbClr val="FFFFFF"/>
                </a:solidFill>
                <a:latin typeface="Arial Bold"/>
              </a:rPr>
              <a:t>IDEA TITLE: </a:t>
            </a:r>
            <a:r>
              <a:rPr sz="5700" b="1">
                <a:solidFill>
                  <a:srgbClr val="2CAE4A"/>
                </a:solidFill>
                <a:latin typeface="Arial Bold"/>
              </a:rPr>
              <a:t>UNMASK</a:t>
            </a:r>
          </a:p>
        </p:txBody>
      </p:sp>
      <p:sp>
        <p:nvSpPr>
          <p:cNvPr id="8" name="Live site link">
            <a:hlinkClick r:id="rId5"/>
          </p:cNvPr>
          <p:cNvSpPr/>
          <p:nvPr/>
        </p:nvSpPr>
        <p:spPr>
          <a:xfrm>
            <a:off x="2043112" y="8034932"/>
            <a:ext cx="3526333" cy="49113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859500" cy="10287000"/>
            <a:chOff x="0" y="0"/>
            <a:chExt cx="25146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5146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5146000">
                  <a:moveTo>
                    <a:pt x="0" y="0"/>
                  </a:moveTo>
                  <a:lnTo>
                    <a:pt x="25146000" y="0"/>
                  </a:lnTo>
                  <a:lnTo>
                    <a:pt x="25146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5578983" y="0"/>
            <a:ext cx="13280517" cy="10287000"/>
            <a:chOff x="0" y="0"/>
            <a:chExt cx="17707356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7707356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7707356">
                  <a:moveTo>
                    <a:pt x="0" y="0"/>
                  </a:moveTo>
                  <a:lnTo>
                    <a:pt x="17707356" y="0"/>
                  </a:lnTo>
                  <a:lnTo>
                    <a:pt x="17707356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25" t="0" r="-25" b="0"/>
              </a:stretch>
            </a:blipFill>
          </p:spPr>
        </p:sp>
      </p:grpSp>
      <p:pic>
        <p:nvPicPr>
          <p:cNvPr id="7" name="Picture 6" descr="l3_fi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8859500" cy="10287000"/>
          </a:xfrm>
          <a:prstGeom prst="rect">
            <a:avLst/>
          </a:prstGeom>
        </p:spPr>
      </p:pic>
      <p:sp>
        <p:nvSpPr>
          <p:cNvPr name="TextBox 6" id="6" descr="$PPTXTitle"/>
          <p:cNvSpPr txBox="true"/>
          <p:nvPr/>
        </p:nvSpPr>
        <p:spPr>
          <a:xfrm rot="0">
            <a:off x="1028700" y="1000125"/>
            <a:ext cx="17322800" cy="108585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l">
              <a:lnSpc>
                <a:spcPts val="8399"/>
              </a:lnSpc>
            </a:pPr>
            <a:r>
              <a:rPr sz="6500" b="1">
                <a:solidFill>
                  <a:srgbClr val="FFFFFF"/>
                </a:solidFill>
                <a:latin typeface="Arial Bold"/>
              </a:rPr>
              <a:t>PROBLEM FRAMING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859500" cy="10287000"/>
            <a:chOff x="0" y="0"/>
            <a:chExt cx="25146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5146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5146000">
                  <a:moveTo>
                    <a:pt x="0" y="0"/>
                  </a:moveTo>
                  <a:lnTo>
                    <a:pt x="25146000" y="0"/>
                  </a:lnTo>
                  <a:lnTo>
                    <a:pt x="25146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5578983" y="0"/>
            <a:ext cx="13280517" cy="10287000"/>
            <a:chOff x="0" y="0"/>
            <a:chExt cx="17707356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7707356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7707356">
                  <a:moveTo>
                    <a:pt x="0" y="0"/>
                  </a:moveTo>
                  <a:lnTo>
                    <a:pt x="17707356" y="0"/>
                  </a:lnTo>
                  <a:lnTo>
                    <a:pt x="17707356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25" t="0" r="-25" b="0"/>
              </a:stretch>
            </a:blipFill>
          </p:spPr>
        </p:sp>
      </p:grpSp>
      <p:pic>
        <p:nvPicPr>
          <p:cNvPr id="7" name="Picture 6" descr="l5_fi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8859500" cy="10287000"/>
          </a:xfrm>
          <a:prstGeom prst="rect">
            <a:avLst/>
          </a:prstGeom>
        </p:spPr>
      </p:pic>
      <p:sp>
        <p:nvSpPr>
          <p:cNvPr name="TextBox 6" id="6" descr="$PPTXTitle"/>
          <p:cNvSpPr txBox="true"/>
          <p:nvPr/>
        </p:nvSpPr>
        <p:spPr>
          <a:xfrm rot="0">
            <a:off x="1028700" y="1000125"/>
            <a:ext cx="17322800" cy="108585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l">
              <a:lnSpc>
                <a:spcPts val="8399"/>
              </a:lnSpc>
            </a:pPr>
            <a:r>
              <a:rPr sz="6500" b="1">
                <a:solidFill>
                  <a:srgbClr val="FFFFFF"/>
                </a:solidFill>
                <a:latin typeface="Arial Bold"/>
              </a:rPr>
              <a:t>MODEL AND ALGORITHM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859500" cy="10287000"/>
            <a:chOff x="0" y="0"/>
            <a:chExt cx="25146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5146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5146000">
                  <a:moveTo>
                    <a:pt x="0" y="0"/>
                  </a:moveTo>
                  <a:lnTo>
                    <a:pt x="25146000" y="0"/>
                  </a:lnTo>
                  <a:lnTo>
                    <a:pt x="25146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5578983" y="0"/>
            <a:ext cx="13280517" cy="10287000"/>
            <a:chOff x="0" y="0"/>
            <a:chExt cx="17707356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7707356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7707356">
                  <a:moveTo>
                    <a:pt x="0" y="0"/>
                  </a:moveTo>
                  <a:lnTo>
                    <a:pt x="17707356" y="0"/>
                  </a:lnTo>
                  <a:lnTo>
                    <a:pt x="17707356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25" t="0" r="-25" b="0"/>
              </a:stretch>
            </a:blipFill>
          </p:spPr>
        </p:sp>
      </p:grpSp>
      <p:pic>
        <p:nvPicPr>
          <p:cNvPr id="7" name="Picture 6" descr="l6_fi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8859500" cy="10287000"/>
          </a:xfrm>
          <a:prstGeom prst="rect">
            <a:avLst/>
          </a:prstGeom>
        </p:spPr>
      </p:pic>
      <p:sp>
        <p:nvSpPr>
          <p:cNvPr name="TextBox 6" id="6" descr="$PPTXTitle"/>
          <p:cNvSpPr txBox="true"/>
          <p:nvPr/>
        </p:nvSpPr>
        <p:spPr>
          <a:xfrm rot="0">
            <a:off x="1028700" y="1000125"/>
            <a:ext cx="17322800" cy="21431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l">
              <a:lnSpc>
                <a:spcPts val="8399"/>
              </a:lnSpc>
            </a:pPr>
            <a:r>
              <a:rPr sz="5400" b="1">
                <a:solidFill>
                  <a:srgbClr val="FFFFFF"/>
                </a:solidFill>
                <a:latin typeface="Arial Bold"/>
              </a:rPr>
              <a:t>HANDLING UNCERTAINTY AND EDGE CASES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859500" cy="10287000"/>
            <a:chOff x="0" y="0"/>
            <a:chExt cx="25146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5146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5146000">
                  <a:moveTo>
                    <a:pt x="0" y="0"/>
                  </a:moveTo>
                  <a:lnTo>
                    <a:pt x="25146000" y="0"/>
                  </a:lnTo>
                  <a:lnTo>
                    <a:pt x="25146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5578983" y="0"/>
            <a:ext cx="13280517" cy="10287000"/>
            <a:chOff x="0" y="0"/>
            <a:chExt cx="17707356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7707356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7707356">
                  <a:moveTo>
                    <a:pt x="0" y="0"/>
                  </a:moveTo>
                  <a:lnTo>
                    <a:pt x="17707356" y="0"/>
                  </a:lnTo>
                  <a:lnTo>
                    <a:pt x="17707356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25" t="0" r="-25" b="0"/>
              </a:stretch>
            </a:blipFill>
          </p:spPr>
        </p:sp>
      </p:grpSp>
      <p:pic>
        <p:nvPicPr>
          <p:cNvPr id="7" name="Picture 6" descr="l7_fi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8859500" cy="10287000"/>
          </a:xfrm>
          <a:prstGeom prst="rect">
            <a:avLst/>
          </a:prstGeom>
        </p:spPr>
      </p:pic>
      <p:sp>
        <p:nvSpPr>
          <p:cNvPr name="TextBox 6" id="6" descr="$PPTXTitle"/>
          <p:cNvSpPr txBox="true"/>
          <p:nvPr/>
        </p:nvSpPr>
        <p:spPr>
          <a:xfrm rot="0">
            <a:off x="1028700" y="1000125"/>
            <a:ext cx="17322800" cy="108585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l">
              <a:lnSpc>
                <a:spcPts val="8399"/>
              </a:lnSpc>
            </a:pPr>
            <a:r>
              <a:rPr sz="6500" b="1">
                <a:solidFill>
                  <a:srgbClr val="FFFFFF"/>
                </a:solidFill>
                <a:latin typeface="Arial Bold"/>
              </a:rPr>
              <a:t>LIVE DEMO / SIMULATION RUN</a:t>
            </a:r>
          </a:p>
        </p:txBody>
      </p:sp>
      <p:sp>
        <p:nvSpPr>
          <p:cNvPr id="8" name="Live site link">
            <a:hlinkClick r:id="rId5"/>
          </p:cNvPr>
          <p:cNvSpPr/>
          <p:nvPr/>
        </p:nvSpPr>
        <p:spPr>
          <a:xfrm>
            <a:off x="11659492" y="8103691"/>
            <a:ext cx="2544067" cy="40272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859500" cy="10287000"/>
            <a:chOff x="0" y="0"/>
            <a:chExt cx="25146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5146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5146000">
                  <a:moveTo>
                    <a:pt x="0" y="0"/>
                  </a:moveTo>
                  <a:lnTo>
                    <a:pt x="25146000" y="0"/>
                  </a:lnTo>
                  <a:lnTo>
                    <a:pt x="25146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5578983" y="0"/>
            <a:ext cx="13280517" cy="10287000"/>
            <a:chOff x="0" y="0"/>
            <a:chExt cx="17707356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7707356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7707356">
                  <a:moveTo>
                    <a:pt x="0" y="0"/>
                  </a:moveTo>
                  <a:lnTo>
                    <a:pt x="17707356" y="0"/>
                  </a:lnTo>
                  <a:lnTo>
                    <a:pt x="17707356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25" t="0" r="-25" b="0"/>
              </a:stretch>
            </a:blipFill>
          </p:spPr>
        </p:sp>
      </p:grpSp>
      <p:pic>
        <p:nvPicPr>
          <p:cNvPr id="7" name="Picture 6" descr="l8_fi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8859500" cy="10287000"/>
          </a:xfrm>
          <a:prstGeom prst="rect">
            <a:avLst/>
          </a:prstGeom>
        </p:spPr>
      </p:pic>
      <p:sp>
        <p:nvSpPr>
          <p:cNvPr name="TextBox 6" id="6" descr="$PPTXTitle"/>
          <p:cNvSpPr txBox="true"/>
          <p:nvPr/>
        </p:nvSpPr>
        <p:spPr>
          <a:xfrm rot="0">
            <a:off x="1028700" y="1000125"/>
            <a:ext cx="17322800" cy="108585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l">
              <a:lnSpc>
                <a:spcPts val="8399"/>
              </a:lnSpc>
            </a:pPr>
            <a:r>
              <a:rPr sz="6500" b="1">
                <a:solidFill>
                  <a:srgbClr val="FFFFFF"/>
                </a:solidFill>
                <a:latin typeface="Arial Bold"/>
              </a:rPr>
              <a:t>RESULTS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859500" cy="10287000"/>
            <a:chOff x="0" y="0"/>
            <a:chExt cx="25146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5146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5146000">
                  <a:moveTo>
                    <a:pt x="0" y="0"/>
                  </a:moveTo>
                  <a:lnTo>
                    <a:pt x="25146000" y="0"/>
                  </a:lnTo>
                  <a:lnTo>
                    <a:pt x="25146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5578983" y="0"/>
            <a:ext cx="13280517" cy="10287000"/>
            <a:chOff x="0" y="0"/>
            <a:chExt cx="17707356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7707356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7707356">
                  <a:moveTo>
                    <a:pt x="0" y="0"/>
                  </a:moveTo>
                  <a:lnTo>
                    <a:pt x="17707356" y="0"/>
                  </a:lnTo>
                  <a:lnTo>
                    <a:pt x="17707356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25" t="0" r="-25" b="0"/>
              </a:stretch>
            </a:blipFill>
          </p:spPr>
        </p:sp>
      </p:grpSp>
      <p:pic>
        <p:nvPicPr>
          <p:cNvPr id="7" name="Picture 6" descr="l9_fi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8859500" cy="10287000"/>
          </a:xfrm>
          <a:prstGeom prst="rect">
            <a:avLst/>
          </a:prstGeom>
        </p:spPr>
      </p:pic>
      <p:sp>
        <p:nvSpPr>
          <p:cNvPr name="TextBox 6" id="6" descr="$PPTXTitle"/>
          <p:cNvSpPr txBox="true"/>
          <p:nvPr/>
        </p:nvSpPr>
        <p:spPr>
          <a:xfrm rot="0">
            <a:off x="1028700" y="1000125"/>
            <a:ext cx="17322800" cy="108585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l">
              <a:lnSpc>
                <a:spcPts val="8399"/>
              </a:lnSpc>
            </a:pPr>
            <a:r>
              <a:rPr sz="6500" b="1">
                <a:solidFill>
                  <a:srgbClr val="FFFFFF"/>
                </a:solidFill>
                <a:latin typeface="Arial Bold"/>
              </a:rPr>
              <a:t>TRADE-OFFS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859500" cy="10287000"/>
            <a:chOff x="0" y="0"/>
            <a:chExt cx="25146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5146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5146000">
                  <a:moveTo>
                    <a:pt x="0" y="0"/>
                  </a:moveTo>
                  <a:lnTo>
                    <a:pt x="25146000" y="0"/>
                  </a:lnTo>
                  <a:lnTo>
                    <a:pt x="25146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5578983" y="0"/>
            <a:ext cx="13280517" cy="10287000"/>
            <a:chOff x="0" y="0"/>
            <a:chExt cx="17707356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7707356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7707356">
                  <a:moveTo>
                    <a:pt x="0" y="0"/>
                  </a:moveTo>
                  <a:lnTo>
                    <a:pt x="17707356" y="0"/>
                  </a:lnTo>
                  <a:lnTo>
                    <a:pt x="17707356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25" t="0" r="-25" b="0"/>
              </a:stretch>
            </a:blipFill>
          </p:spPr>
        </p:sp>
      </p:grpSp>
      <p:pic>
        <p:nvPicPr>
          <p:cNvPr id="7" name="Picture 6" descr="l10_fi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8859500" cy="10287000"/>
          </a:xfrm>
          <a:prstGeom prst="rect">
            <a:avLst/>
          </a:prstGeom>
        </p:spPr>
      </p:pic>
      <p:sp>
        <p:nvSpPr>
          <p:cNvPr name="TextBox 6" id="6" descr="$PPTXTitle"/>
          <p:cNvSpPr txBox="true"/>
          <p:nvPr/>
        </p:nvSpPr>
        <p:spPr>
          <a:xfrm rot="0">
            <a:off x="1028700" y="1000125"/>
            <a:ext cx="17322800" cy="108585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l">
              <a:lnSpc>
                <a:spcPts val="8399"/>
              </a:lnSpc>
            </a:pPr>
            <a:r>
              <a:rPr sz="6500" b="1">
                <a:solidFill>
                  <a:srgbClr val="FFFFFF"/>
                </a:solidFill>
                <a:latin typeface="Arial Bold"/>
              </a:rPr>
              <a:t>LIMITS AND NEXT STEPS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name="Group 2" id="2"/>
          <p:cNvGrpSpPr/>
          <p:nvPr/>
        </p:nvGrpSpPr>
        <p:grpSpPr>
          <a:xfrm rot="0">
            <a:off x="0" y="0"/>
            <a:ext cx="18859500" cy="10287000"/>
            <a:chOff x="0" y="0"/>
            <a:chExt cx="25146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5146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5146000">
                  <a:moveTo>
                    <a:pt x="0" y="0"/>
                  </a:moveTo>
                  <a:lnTo>
                    <a:pt x="25146000" y="0"/>
                  </a:lnTo>
                  <a:lnTo>
                    <a:pt x="25146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5578983" y="0"/>
            <a:ext cx="13280517" cy="10287000"/>
            <a:chOff x="0" y="0"/>
            <a:chExt cx="17707356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7707356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7707356">
                  <a:moveTo>
                    <a:pt x="0" y="0"/>
                  </a:moveTo>
                  <a:lnTo>
                    <a:pt x="17707356" y="0"/>
                  </a:lnTo>
                  <a:lnTo>
                    <a:pt x="17707356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25" t="0" r="-25" b="0"/>
              </a:stretch>
            </a:blipFill>
          </p:spPr>
        </p:sp>
      </p:grpSp>
      <p:pic>
        <p:nvPicPr>
          <p:cNvPr id="7" name="Picture 6" descr="l4_fi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8859500" cy="10287000"/>
          </a:xfrm>
          <a:prstGeom prst="rect">
            <a:avLst/>
          </a:prstGeom>
        </p:spPr>
      </p:pic>
      <p:sp>
        <p:nvSpPr>
          <p:cNvPr name="TextBox 6" id="6" descr="$PPTXTitle"/>
          <p:cNvSpPr txBox="true"/>
          <p:nvPr/>
        </p:nvSpPr>
        <p:spPr>
          <a:xfrm rot="0">
            <a:off x="1028700" y="1000125"/>
            <a:ext cx="17322800" cy="108585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l">
              <a:lnSpc>
                <a:spcPts val="8399"/>
              </a:lnSpc>
            </a:pPr>
            <a:r>
              <a:rPr sz="6500" b="1">
                <a:solidFill>
                  <a:srgbClr val="FFFFFF"/>
                </a:solidFill>
                <a:latin typeface="Arial Bold"/>
              </a:rPr>
              <a:t>ARCHITECTURE &amp; TECH STACK</a:t>
            </a:r>
          </a:p>
        </p:txBody>
      </p:sp>
      <p:sp>
        <p:nvSpPr>
          <p:cNvPr id="8" name="Live site link">
            <a:hlinkClick r:id="rId5"/>
          </p:cNvPr>
          <p:cNvSpPr/>
          <p:nvPr/>
        </p:nvSpPr>
        <p:spPr>
          <a:xfrm>
            <a:off x="15451038" y="4174628"/>
            <a:ext cx="1483221" cy="5500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DAHYTYmFZg4</dc:identifier>
  <dcterms:modified xsi:type="dcterms:W3CDTF">2011-08-01T06:04:30Z</dcterms:modified>
  <cp:revision>1</cp:revision>
  <dc:title>HackForge Advanced Track Template</dc:title>
</cp:coreProperties>
</file>